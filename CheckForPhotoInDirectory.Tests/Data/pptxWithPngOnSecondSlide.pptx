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70C06FF-B91C-4C7B-A278-A6229846D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549890C-B732-4EB7-9DEE-F8EDD9BC4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E40E035-1DE7-4D23-9CAD-7468C9FE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7060A08-DF9C-4FDC-BCAF-15C930772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270F217-23C7-4994-A412-2F72CB96F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317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0A7CB2-9049-4CAD-BF93-390CDA27F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5B23EDA-65E5-422B-937A-0C3A105D3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19AF97E-F446-4DDE-88D7-0E85D4F58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A971E7B-B105-49D7-999A-BD1F35A43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3739919-309D-4BC6-B897-14428C1F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16452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2980C5-E19F-45D3-B868-E4A85A62E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B1461B1-B9B3-4002-B654-A15A603CE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8FDD7F7-DBBF-442D-A8B4-E72EEE868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3631B1D-EF4D-4F23-A77B-97D67D7A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A51534C-9D8C-4F8A-8FDC-6F4B21CC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9563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16EF76D-B1D5-4D1D-8714-ED24DA4A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36EED4F-E048-48EE-A65A-0F28DE98DB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58DDF6F-1F7A-43B1-87A0-36B7DD9FA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BED6587-D47C-469E-A024-1A8121212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A4575AD-33E2-465C-877E-D6E15A550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1711B12-A1F0-4B44-8B49-644D09806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2760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A00C7B-CBCE-46D6-AA96-3775AF94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8D30689-1C3C-4CE3-858E-CAA8DF8C9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6EE8246-3F91-420E-889C-CBD3950FB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3AE15A9A-7E01-4E11-A8CB-610A7E09D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2C8B4EE6-9362-4CAE-9677-D589BF729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7F058C8-0CD2-4EEE-8FED-D04673EC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DB7B5BEF-DCA5-4654-9B8D-B51B5EBFB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84578E4-4BB0-4DBE-A3B3-506A84D0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05062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0984F-2953-4AED-B7D7-A9BBB096F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2F04765-48EA-461B-9352-B11192ED7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FF13421-3713-426E-AE78-6A435909F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FA4D192-70F8-4195-B6D1-6A89A1A6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44267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9CD013CC-834C-426F-AF5D-EC6A680EF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8CB9E12-6E73-45DD-88D6-817146B2A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D170C42-197B-425E-B221-F11D0DD7D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372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0EC808D-CDDE-4A50-BD23-5771952A4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84BF381-DEB7-4FB5-BB9D-F94E907F1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EE3B41B-EAF8-4DAA-A816-3DE472744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C0776A0-DB14-455B-90F5-A2E61AA6D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E07795B-40D0-41E4-BDE6-C9720865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C0DADAE-549B-4137-86DB-EB645810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1190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FA7255-BFAC-4129-8777-1A7BB464E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2FE6DAE7-4412-48EF-B254-559C0EB0F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BE6129D-DC03-44D0-8E2B-E44C88F55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BF804D1-BAAC-40E7-8641-D363A5B48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52EDF03-BCEB-4EB9-94F8-994E2057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C988A12-A077-4BCA-8C71-5BA392421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1485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E8B8B3-8B6E-423F-9A8E-51AFE4FE3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08A8C78-CE94-484C-BA0D-CF40409AE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77DDE30-3B00-46FD-8B2B-7E8F1328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5E0E738-7F70-448E-AF71-80F375F5B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66098E5-95DD-416F-86BF-8EF8F656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77698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259EB18-26E4-4F2F-B1A2-3C8ED1D2B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86834E3-10C5-4B85-B35C-C598ACA63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C988AB0-F7B8-4FBC-8CA9-46A4B5D74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6BFD96B-4667-43D7-93CD-910059D83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D16CEA8-1B8D-41D7-A219-26709FCFE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3957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AD92CF8E-C453-45A4-B039-9B2F091C2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6FBD66C-72ED-4B53-909D-78121C43D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5626E92-4539-4FA1-A49F-AFB8F3A1AD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7EB5E-F92D-4A9F-8131-CFABD87A2AD9}" type="datetimeFigureOut">
              <a:rPr lang="pl-PL" smtClean="0"/>
              <a:t>24.01.2021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ADB90C0-891E-4662-9E71-BBFCCD30B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79854B2-2A2F-4378-A5D1-3C01B394C9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2CB20-3102-4CBC-927E-542BF9EC7C4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67252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410DF10-6DED-42AB-92CD-F7B7FAA25B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07D91B3-EDE2-46FD-B452-78BD9F0EA6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5677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0F01CF-44FC-4474-85AE-8657416E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9" name="Symbol zastępczy zawartości 8">
            <a:extLst>
              <a:ext uri="{FF2B5EF4-FFF2-40B4-BE49-F238E27FC236}">
                <a16:creationId xmlns:a16="http://schemas.microsoft.com/office/drawing/2014/main" id="{2EB9DC61-425A-41F6-BAD0-F1153E9FD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571" y="3748913"/>
            <a:ext cx="742857" cy="504762"/>
          </a:xfrm>
        </p:spPr>
      </p:pic>
    </p:spTree>
    <p:extLst>
      <p:ext uri="{BB962C8B-B14F-4D97-AF65-F5344CB8AC3E}">
        <p14:creationId xmlns:p14="http://schemas.microsoft.com/office/powerpoint/2010/main" val="72081339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Panoramiczny</PresentationFormat>
  <Paragraphs>0</Paragraphs>
  <Slides>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Bartosz Wiśniewski</dc:creator>
  <cp:lastModifiedBy>Bartosz Wiśniewski</cp:lastModifiedBy>
  <cp:revision>3</cp:revision>
  <dcterms:created xsi:type="dcterms:W3CDTF">2021-01-24T15:44:04Z</dcterms:created>
  <dcterms:modified xsi:type="dcterms:W3CDTF">2021-01-24T15:50:12Z</dcterms:modified>
</cp:coreProperties>
</file>